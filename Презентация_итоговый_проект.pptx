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 ПРОЕКТ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Консольный калькулятор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историей операций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1 · Python, обработка ошибок, применение ИИ-инструментов в разработке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[ФИО СЛУШАТЕЛЯ]  ·  [НАЗВАНИЕ ПРОГРАММЫ]  ·  Поток [№]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консольное приложение на Python для базовых вычислений с сохранением истории операций и применением ИИ-инструмента в разработке.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14600" cy="137160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98424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2313432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операции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2660904"/>
            <a:ext cx="2185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Сложение, вычитание, умножение, деление двух чисел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874520"/>
            <a:ext cx="2514600" cy="137160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98424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47872" y="2313432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Целые и дробные числа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47872" y="2660904"/>
            <a:ext cx="2185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ввода с запятой вместо точки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874520"/>
            <a:ext cx="2514600" cy="137160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98424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82512" y="2313432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операций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82512" y="2660904"/>
            <a:ext cx="2185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Сохранение вычислений в файл (CSV)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538728"/>
            <a:ext cx="2514600" cy="137160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64845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" y="397764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истории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" y="4325112"/>
            <a:ext cx="2185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всех прошлых операций из меню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83280" y="3538728"/>
            <a:ext cx="2514600" cy="137160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7872" y="364845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47872" y="397764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ИИ-генерация кода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47872" y="4325112"/>
            <a:ext cx="2185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2 функции сгенерированы ИИ-инструментом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3538728"/>
            <a:ext cx="2514600" cy="137160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2512" y="364845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82512" y="397764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ошибок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82512" y="4325112"/>
            <a:ext cx="2185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Деление на ноль, некорректный ввод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Использованные технологии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703320" cy="338328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17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приложения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25856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5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Стандартная библиотека, без внешних зависимостей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0815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5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 и запись истории операций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90448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5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Временные метки для каждой операции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1188720"/>
            <a:ext cx="3703320" cy="338328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1417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и инфраструктура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66360" y="19659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ИИ-инструмент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166360" y="2276856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кода функций get_number() и divide() по текстовому промпту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66360" y="315468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166360" y="3465576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версий и хранение исходного кода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проекта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8046720" cy="71323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4416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calculator.py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91840" y="1344168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код: операции, меню, история, обработка ошибок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21992"/>
            <a:ext cx="8046720" cy="71323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ai_prompts.md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233172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Промпты и код, сгенерированные ИИ-инструментом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09544"/>
            <a:ext cx="8046720" cy="71323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1927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history.csv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3319272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истории операций (создаётся автоматически)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97096"/>
            <a:ext cx="8046720" cy="71323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30682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4306824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Документация: установка, запуск, описание функций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Применение ИИ-инструмента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функции сгенерированы по явным текстовым промптам — с сохранением полного контроля над остальной архитектурой проекта.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86200" cy="292608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6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get_number()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пользовательского ввода: принимает целые и дробные числа, поддерживает запятую как десятичный разделитель, повторяет запрос при ошибке.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Промпт: «Напиши функцию get_number(), которая запрашивает число, поддерживает дробные числа с запятой и повторяет ввод при ошибке»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691640"/>
            <a:ext cx="3886200" cy="292608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8745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6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83480" y="2286000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Деление с обработкой ошибок: перехватывает деление на ноль и выбрасывает понятное исключение с сообщением на русском языке.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3429000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Промпт: «Напиши функцию divide(a, b), которая обрабатывает деление на ноль и выбрасывает ZeroDivisionError с понятным текстом»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работы программы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046720" cy="3749040"/>
          </a:xfrm>
          <a:prstGeom prst="rect">
            <a:avLst/>
          </a:prstGeom>
          <a:solidFill>
            <a:srgbClr val="0B0A09"/>
          </a:solidFill>
          <a:ln w="12700">
            <a:solidFill>
              <a:srgbClr val="393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25880"/>
            <a:ext cx="749808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DA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 КОНСОЛЬНЫЙ КАЛЬКУЛЯТОР ==========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DA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Сложение (+)   2. Вычитание (-)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DA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Умножение (*)  4. Деление (/)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DA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Показать историю операций   0. Выход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DA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DA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Выберите пункт меню: 1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DA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Введите первое число: 5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DA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Введите второе число: 3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DA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Результат: 5.0 + 3.0 = 8.0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DA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Выберите пункт меню: 4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DA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Введите первое число: 8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DA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Введите второе число: 0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DA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Ошибка: Деление на ноль невозможно. Введите ненулевой делитель.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ошибок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8046720" cy="5029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801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Ситуация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023360" y="12801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Поведение программы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8046720" cy="77724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Деление на ноль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23360" y="17830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Выводится понятное сообщение об ошибке, программа продолжает работу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8046720" cy="777240"/>
          </a:xfrm>
          <a:prstGeom prst="rect">
            <a:avLst/>
          </a:prstGeom>
          <a:solidFill>
            <a:srgbClr val="F7F6F2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603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Нечисловой ввод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23360" y="25603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повторяется, пока не будет введено корректное число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8046720" cy="77724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3375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Некорректный пункт меню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023360" y="33375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Выводится сообщение об ошибке, меню показывается снова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и критерии оценки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44168"/>
            <a:ext cx="292608" cy="292608"/>
          </a:xfrm>
          <a:prstGeom prst="ellipse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441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1234440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Корректность операций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206240" y="1234440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Подтверждена на разных наборах чисел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292608" cy="292608"/>
          </a:xfrm>
          <a:prstGeom prst="ellipse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57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947672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Работоспособность истории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206240" y="1947672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Записи корректно добавляются и читаются из CSV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770632"/>
            <a:ext cx="292608" cy="292608"/>
          </a:xfrm>
          <a:prstGeom prst="ellipse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660904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обработки ошибок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206240" y="2660904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Деление на ноль и некорректный ввод не приводят к сбою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83864"/>
            <a:ext cx="292608" cy="292608"/>
          </a:xfrm>
          <a:prstGeom prst="ellipse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838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374136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для генерации ≥ 2 функций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206240" y="3374136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Выполнено: get_number(), divide()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97096"/>
            <a:ext cx="292608" cy="292608"/>
          </a:xfrm>
          <a:prstGeom prst="ellipse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1970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4087368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Читаемость кода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206240" y="4087368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Именованные функции, docstring, разделение логики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 и пути развития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полностью закрывает требования кейса: базовые операции, история вычислений, обработка ошибок и применение ИИ-инструмента в разработке.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Возможные улучшения: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Дополнительные операции: степень, корень, проценты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Графический интерфейс (tkinter) поверх текущей логики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Unit-тесты (pytest) для автоматической проверки функций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сводной статистики по истории операций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Репозиторий: github.com/arslanov1740/console-calculator-history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2026-08-14T03:28:50Z</dcterms:created>
  <dcterms:modified xsi:type="dcterms:W3CDTF">2026-08-14T03:28:50Z</dcterms:modified>
</cp:coreProperties>
</file>